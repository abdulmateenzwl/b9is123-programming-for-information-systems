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4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53050"/>
          </a:solidFill>
          <a:ln cap="flat" cmpd="sng" w="12700">
            <a:solidFill>
              <a:srgbClr val="25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6576" y="0"/>
            <a:ext cx="22860" cy="5143500"/>
          </a:xfrm>
          <a:prstGeom prst="rect">
            <a:avLst/>
          </a:prstGeom>
          <a:solidFill>
            <a:srgbClr val="4A90D9">
              <a:alpha val="4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91440" y="0"/>
            <a:ext cx="22860" cy="5143500"/>
          </a:xfrm>
          <a:prstGeom prst="rect">
            <a:avLst/>
          </a:prstGeom>
          <a:solidFill>
            <a:srgbClr val="4A90D9">
              <a:alpha val="2509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46304" y="0"/>
            <a:ext cx="22860" cy="5143500"/>
          </a:xfrm>
          <a:prstGeom prst="rect">
            <a:avLst/>
          </a:prstGeom>
          <a:solidFill>
            <a:srgbClr val="4A90D9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02920" y="594360"/>
            <a:ext cx="914400" cy="914400"/>
          </a:xfrm>
          <a:prstGeom prst="roundRect">
            <a:avLst>
              <a:gd fmla="val 14000" name="adj"/>
            </a:avLst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02920" y="59436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600200" y="548640"/>
            <a:ext cx="4754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DeloitteEdge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600200" y="1261872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Corporate Expense &amp; Approval System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600200" y="1755648"/>
            <a:ext cx="4389120" cy="36576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600200" y="1883664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Angular  ·  NestJS  ·  MongoDB  ·  Docker  ·  Azure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583680" y="6400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583680" y="13716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Application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583680" y="17373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SPA · REST API · NoSQL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66560" y="2148840"/>
            <a:ext cx="2194560" cy="32004"/>
          </a:xfrm>
          <a:prstGeom prst="rect">
            <a:avLst/>
          </a:prstGeom>
          <a:solidFill>
            <a:srgbClr val="1E2D50"/>
          </a:solidFill>
          <a:ln cap="flat" cmpd="sng" w="12700">
            <a:solidFill>
              <a:srgbClr val="1E2D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6629400" y="2286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7086600" y="22860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JWT Auth + RBAC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629400" y="2880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7086600" y="28803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15 Business Rules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629400" y="3474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7086600" y="347472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Role Dashboards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629400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7086600" y="406908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Azure Deployed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Abdul Mateen  ·  20093908  ·  MSc Information Systems  ·  12 April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40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53050"/>
          </a:solidFill>
          <a:ln cap="flat" cmpd="sng" w="12700">
            <a:solidFill>
              <a:srgbClr val="25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57200" y="109728"/>
            <a:ext cx="822960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20040" y="1005840"/>
            <a:ext cx="1965960" cy="3566160"/>
          </a:xfrm>
          <a:prstGeom prst="roundRect">
            <a:avLst>
              <a:gd fmla="val 5581" name="adj"/>
            </a:avLst>
          </a:prstGeom>
          <a:solidFill>
            <a:srgbClr val="1E2D50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320040" y="1005840"/>
            <a:ext cx="1965960" cy="54864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20040" y="1097280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20040" y="2084832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Paper Forms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57200" y="2560320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Manual expense trails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no digital records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468880" y="1005840"/>
            <a:ext cx="1965960" cy="3566160"/>
          </a:xfrm>
          <a:prstGeom prst="roundRect">
            <a:avLst>
              <a:gd fmla="val 5581" name="adj"/>
            </a:avLst>
          </a:prstGeom>
          <a:solidFill>
            <a:srgbClr val="1E2D5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468880" y="1005840"/>
            <a:ext cx="196596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2468880" y="1097280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2468880" y="2084832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Audit Trail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606040" y="2560320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No record of who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approved what or when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617720" y="1005840"/>
            <a:ext cx="1965960" cy="3566160"/>
          </a:xfrm>
          <a:prstGeom prst="roundRect">
            <a:avLst>
              <a:gd fmla="val 5581" name="adj"/>
            </a:avLst>
          </a:prstGeom>
          <a:solidFill>
            <a:srgbClr val="1E2D50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617720" y="1005840"/>
            <a:ext cx="1965960" cy="54864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617720" y="1097280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💸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617720" y="2084832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Over-Spending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754880" y="2560320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Budget limits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frequently ignored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766560" y="1005840"/>
            <a:ext cx="1965960" cy="3566160"/>
          </a:xfrm>
          <a:prstGeom prst="roundRect">
            <a:avLst>
              <a:gd fmla="val 5581" name="adj"/>
            </a:avLst>
          </a:prstGeom>
          <a:solidFill>
            <a:srgbClr val="1E2D50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6766560" y="1005840"/>
            <a:ext cx="1965960" cy="54864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6766560" y="1097280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🔀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766560" y="2084832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Unstructured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903720" y="2560320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Claims lost, duplicated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or silently dropped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DeloitteEdge needed a centralised, structured, digital expense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40"/>
          </a:solidFill>
          <a:ln cap="flat" cmpd="sng" w="12700">
            <a:solidFill>
              <a:srgbClr val="1A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20040" y="950976"/>
            <a:ext cx="8503920" cy="74980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11480" y="1005840"/>
            <a:ext cx="6583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🅰️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143000" y="1005840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Angular </a:t>
            </a: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Frontend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143000" y="1335024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SPA  ·  Auth Guard  ·  JWT Interceptor  ·  Role-Aware Sidebar  ·  Port 8080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434840" y="1700784"/>
            <a:ext cx="73152" cy="219456"/>
          </a:xfrm>
          <a:prstGeom prst="rect">
            <a:avLst/>
          </a:prstGeom>
          <a:solidFill>
            <a:srgbClr val="8899AA"/>
          </a:solidFill>
          <a:ln cap="flat" cmpd="sng" w="12700">
            <a:solidFill>
              <a:srgbClr val="889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320040" y="1920240"/>
            <a:ext cx="8503920" cy="749808"/>
          </a:xfrm>
          <a:prstGeom prst="rect">
            <a:avLst/>
          </a:prstGeom>
          <a:solidFill>
            <a:srgbClr val="2C3E50"/>
          </a:solidFill>
          <a:ln cap="flat" cmpd="sng" w="12700">
            <a:solidFill>
              <a:srgbClr val="2C3E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411480" y="1975104"/>
            <a:ext cx="6583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1143000" y="1975104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 / REST (Nginx Proxy)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143000" y="2304288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Bearer Token  ·  /api prefix  ·  CORS  ·  Nginx reverse proxy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434840" y="2670048"/>
            <a:ext cx="73152" cy="219456"/>
          </a:xfrm>
          <a:prstGeom prst="rect">
            <a:avLst/>
          </a:prstGeom>
          <a:solidFill>
            <a:srgbClr val="8899AA"/>
          </a:solidFill>
          <a:ln cap="flat" cmpd="sng" w="12700">
            <a:solidFill>
              <a:srgbClr val="889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320040" y="2889504"/>
            <a:ext cx="8503920" cy="749808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11480" y="2944368"/>
            <a:ext cx="6583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143000" y="2944368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NestJS 10 Backend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143000" y="3273552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10 Modules  ·  Guards  ·  Pipes  ·  15 Business Rules  ·  Port 3000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434840" y="3639312"/>
            <a:ext cx="73152" cy="219456"/>
          </a:xfrm>
          <a:prstGeom prst="rect">
            <a:avLst/>
          </a:prstGeom>
          <a:solidFill>
            <a:srgbClr val="8899AA"/>
          </a:solidFill>
          <a:ln cap="flat" cmpd="sng" w="12700">
            <a:solidFill>
              <a:srgbClr val="889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320040" y="3858768"/>
            <a:ext cx="8503920" cy="749808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411480" y="3913632"/>
            <a:ext cx="6583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143000" y="3913632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MongoDB 7 Database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143000" y="4242816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 Collections  ·  Mongoose ODM  ·  ObjectId refs  ·  Port 27017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4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3050"/>
          </a:solidFill>
          <a:ln cap="flat" cmpd="sng" w="12700">
            <a:solidFill>
              <a:srgbClr val="25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20040" y="960120"/>
            <a:ext cx="1965960" cy="1691640"/>
          </a:xfrm>
          <a:prstGeom prst="roundRect">
            <a:avLst>
              <a:gd fmla="val 5405" name="adj"/>
            </a:avLst>
          </a:prstGeom>
          <a:solidFill>
            <a:srgbClr val="1E2D5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320040" y="960120"/>
            <a:ext cx="1965960" cy="6400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20040" y="1051560"/>
            <a:ext cx="1965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🅰️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20040" y="176479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Angular 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320040" y="2093976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SPA Frontend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2468880" y="960120"/>
            <a:ext cx="1965960" cy="1691640"/>
          </a:xfrm>
          <a:prstGeom prst="roundRect">
            <a:avLst>
              <a:gd fmla="val 5405" name="adj"/>
            </a:avLst>
          </a:prstGeom>
          <a:solidFill>
            <a:srgbClr val="1E2D50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2468880" y="960120"/>
            <a:ext cx="1965960" cy="64008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2468880" y="1051560"/>
            <a:ext cx="1965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🐱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2468880" y="176479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NestJS 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2468880" y="2093976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REST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617720" y="960120"/>
            <a:ext cx="1965960" cy="1691640"/>
          </a:xfrm>
          <a:prstGeom prst="roundRect">
            <a:avLst>
              <a:gd fmla="val 5405" name="adj"/>
            </a:avLst>
          </a:prstGeom>
          <a:solidFill>
            <a:srgbClr val="1E2D5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4617720" y="960120"/>
            <a:ext cx="1965960" cy="64008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4617720" y="1051560"/>
            <a:ext cx="1965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🍃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617720" y="176479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MongoDB 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617720" y="2093976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NoSQL Database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766560" y="960120"/>
            <a:ext cx="1965960" cy="1691640"/>
          </a:xfrm>
          <a:prstGeom prst="roundRect">
            <a:avLst>
              <a:gd fmla="val 5405" name="adj"/>
            </a:avLst>
          </a:prstGeom>
          <a:solidFill>
            <a:srgbClr val="1E2D50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6766560" y="960120"/>
            <a:ext cx="1965960" cy="64008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6766560" y="1051560"/>
            <a:ext cx="1965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766560" y="176479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JWT + Passport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766560" y="2093976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Auth &amp; RBAC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320040" y="2971800"/>
            <a:ext cx="1965960" cy="1691640"/>
          </a:xfrm>
          <a:prstGeom prst="roundRect">
            <a:avLst>
              <a:gd fmla="val 5405" name="adj"/>
            </a:avLst>
          </a:prstGeom>
          <a:solidFill>
            <a:srgbClr val="1E2D50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320040" y="2971800"/>
            <a:ext cx="1965960" cy="64008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320040" y="3063240"/>
            <a:ext cx="1965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🐳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20040" y="3776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20040" y="4105656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Containerisation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2468880" y="2971800"/>
            <a:ext cx="1965960" cy="1691640"/>
          </a:xfrm>
          <a:prstGeom prst="roundRect">
            <a:avLst>
              <a:gd fmla="val 5405" name="adj"/>
            </a:avLst>
          </a:prstGeom>
          <a:solidFill>
            <a:srgbClr val="1E2D50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2468880" y="2971800"/>
            <a:ext cx="1965960" cy="64008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2468880" y="3063240"/>
            <a:ext cx="1965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☁️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2468880" y="3776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 VM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2468880" y="4105656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Cloud Deploy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617720" y="2971800"/>
            <a:ext cx="1965960" cy="1691640"/>
          </a:xfrm>
          <a:prstGeom prst="roundRect">
            <a:avLst>
              <a:gd fmla="val 5405" name="adj"/>
            </a:avLst>
          </a:prstGeom>
          <a:solidFill>
            <a:srgbClr val="1E2D50"/>
          </a:solidFill>
          <a:ln cap="flat" cmpd="sng" w="12700">
            <a:solidFill>
              <a:srgbClr val="7F8C8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4617720" y="2971800"/>
            <a:ext cx="1965960" cy="64008"/>
          </a:xfrm>
          <a:prstGeom prst="rect">
            <a:avLst/>
          </a:prstGeom>
          <a:solidFill>
            <a:srgbClr val="7F8C8D"/>
          </a:solidFill>
          <a:ln cap="flat" cmpd="sng" w="12700">
            <a:solidFill>
              <a:srgbClr val="7F8C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4617720" y="3063240"/>
            <a:ext cx="1965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617720" y="3776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Nginx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617720" y="4105656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Reverse Proxy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766560" y="2971800"/>
            <a:ext cx="1965960" cy="1691640"/>
          </a:xfrm>
          <a:prstGeom prst="roundRect">
            <a:avLst>
              <a:gd fmla="val 5405" name="adj"/>
            </a:avLst>
          </a:prstGeom>
          <a:solidFill>
            <a:srgbClr val="1E2D5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6766560" y="2971800"/>
            <a:ext cx="1965960" cy="64008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6766560" y="3063240"/>
            <a:ext cx="1965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766560" y="3776472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Mongoose ODM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766560" y="4105656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Schema &amp; Querying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40"/>
          </a:solidFill>
          <a:ln cap="flat" cmpd="sng" w="12700">
            <a:solidFill>
              <a:srgbClr val="1A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Roles &amp; Features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292608" y="960120"/>
            <a:ext cx="1965960" cy="397764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292608" y="960120"/>
            <a:ext cx="1965960" cy="713232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292608" y="960120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950976" y="960120"/>
            <a:ext cx="130759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38912" y="1828800"/>
            <a:ext cx="128016" cy="128016"/>
          </a:xfrm>
          <a:prstGeom prst="ellipse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621792" y="1792224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Create &amp; submit claims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38912" y="2542032"/>
            <a:ext cx="128016" cy="128016"/>
          </a:xfrm>
          <a:prstGeom prst="ellipse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621792" y="250545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Add expense items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38912" y="3255264"/>
            <a:ext cx="128016" cy="128016"/>
          </a:xfrm>
          <a:prstGeom prst="ellipse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621792" y="3218688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Track own claim status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38912" y="3968496"/>
            <a:ext cx="128016" cy="128016"/>
          </a:xfrm>
          <a:prstGeom prst="ellipse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621792" y="3931920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View approval history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2450592" y="960120"/>
            <a:ext cx="1965960" cy="397764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2450592" y="960120"/>
            <a:ext cx="1965960" cy="713232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2450592" y="960120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👔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3108960" y="960120"/>
            <a:ext cx="130759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2596896" y="1828800"/>
            <a:ext cx="128016" cy="128016"/>
          </a:xfrm>
          <a:prstGeom prst="ellipse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2779776" y="1792224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Configure workflows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2596896" y="2542032"/>
            <a:ext cx="128016" cy="128016"/>
          </a:xfrm>
          <a:prstGeom prst="ellipse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2779776" y="250545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Approve / reject steps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2596896" y="3255264"/>
            <a:ext cx="128016" cy="128016"/>
          </a:xfrm>
          <a:prstGeom prst="ellipse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2779776" y="3218688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View all team claims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2596896" y="3968496"/>
            <a:ext cx="128016" cy="128016"/>
          </a:xfrm>
          <a:prstGeom prst="ellipse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2779776" y="3931920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Manager dashboard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608576" y="960120"/>
            <a:ext cx="1965960" cy="397764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4608576" y="960120"/>
            <a:ext cx="1965960" cy="713232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4608576" y="960120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5266944" y="960120"/>
            <a:ext cx="130759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754880" y="1828800"/>
            <a:ext cx="128016" cy="128016"/>
          </a:xfrm>
          <a:prstGeom prst="ellipse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4937760" y="1792224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Final approval + BR12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754880" y="2542032"/>
            <a:ext cx="128016" cy="128016"/>
          </a:xfrm>
          <a:prstGeom prst="ellipse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937760" y="250545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Budget utilisation view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754880" y="3255264"/>
            <a:ext cx="128016" cy="128016"/>
          </a:xfrm>
          <a:prstGeom prst="ellipse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4937760" y="3218688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Department reports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754880" y="3968496"/>
            <a:ext cx="128016" cy="128016"/>
          </a:xfrm>
          <a:prstGeom prst="ellipse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4937760" y="3931920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Monthly trends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766560" y="960120"/>
            <a:ext cx="1965960" cy="397764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6766560" y="960120"/>
            <a:ext cx="1965960" cy="71323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6766560" y="960120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7424928" y="960120"/>
            <a:ext cx="130759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6912864" y="1828800"/>
            <a:ext cx="128016" cy="128016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7095744" y="1792224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Manage users &amp; roles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912864" y="2542032"/>
            <a:ext cx="128016" cy="128016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7095744" y="250545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Manage departments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912864" y="3255264"/>
            <a:ext cx="128016" cy="128016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7095744" y="3218688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Manage budgets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912864" y="3968496"/>
            <a:ext cx="128016" cy="128016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7095744" y="3931920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Full system overview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40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3050"/>
          </a:solidFill>
          <a:ln cap="flat" cmpd="sng" w="12700">
            <a:solidFill>
              <a:srgbClr val="25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Business Rules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365760" y="960120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E2D50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365760" y="960120"/>
            <a:ext cx="2606040" cy="54864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502920" y="1088136"/>
            <a:ext cx="530352" cy="530352"/>
          </a:xfrm>
          <a:prstGeom prst="ellipse">
            <a:avLst/>
          </a:prstGeom>
          <a:solidFill>
            <a:srgbClr val="E67E22">
              <a:alpha val="25098"/>
            </a:srgbClr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502920" y="1088136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143000" y="108813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BR04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02920" y="1737360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≥ 1 item before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claim submission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3218688" y="960120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E2D5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3218688" y="960120"/>
            <a:ext cx="260604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3355848" y="1088136"/>
            <a:ext cx="530352" cy="530352"/>
          </a:xfrm>
          <a:prstGeom prst="ellipse">
            <a:avLst/>
          </a:prstGeom>
          <a:solidFill>
            <a:srgbClr val="C0392B">
              <a:alpha val="25098"/>
            </a:srgbClr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3355848" y="1088136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🚫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3995928" y="108813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BR08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3355848" y="1737360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Cannot approve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your own claim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071616" y="960120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E2D50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6071616" y="960120"/>
            <a:ext cx="2606040" cy="54864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6208776" y="1088136"/>
            <a:ext cx="530352" cy="530352"/>
          </a:xfrm>
          <a:prstGeom prst="ellipse">
            <a:avLst/>
          </a:prstGeom>
          <a:solidFill>
            <a:srgbClr val="2980B9">
              <a:alpha val="25098"/>
            </a:srgbClr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6208776" y="1088136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✌️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848856" y="108813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BR09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208776" y="1737360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Minimum 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approval steps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365760" y="2971800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E2D50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365760" y="2971800"/>
            <a:ext cx="2606040" cy="54864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502920" y="3099816"/>
            <a:ext cx="530352" cy="530352"/>
          </a:xfrm>
          <a:prstGeom prst="ellipse">
            <a:avLst/>
          </a:prstGeom>
          <a:solidFill>
            <a:srgbClr val="4A90D9">
              <a:alpha val="25098"/>
            </a:srgbClr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502920" y="3099816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🔢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1143000" y="309981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BR10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502920" y="3749040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Steps approved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sequentially only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3218688" y="2971800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E2D5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3218688" y="2971800"/>
            <a:ext cx="260604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3355848" y="3099816"/>
            <a:ext cx="530352" cy="530352"/>
          </a:xfrm>
          <a:prstGeom prst="ellipse">
            <a:avLst/>
          </a:prstGeom>
          <a:solidFill>
            <a:srgbClr val="C0392B">
              <a:alpha val="25098"/>
            </a:srgbClr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3355848" y="3099816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3995928" y="309981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BR11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3355848" y="3749040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Rejection halts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entire workflow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6071616" y="2971800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E2D5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6071616" y="2971800"/>
            <a:ext cx="2606040" cy="54864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6208776" y="3099816"/>
            <a:ext cx="530352" cy="530352"/>
          </a:xfrm>
          <a:prstGeom prst="ellipse">
            <a:avLst/>
          </a:prstGeom>
          <a:solidFill>
            <a:srgbClr val="27AE60">
              <a:alpha val="25098"/>
            </a:srgbClr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6208776" y="3099816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6848856" y="309981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BR12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6208776" y="3749040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approval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checks budget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40"/>
          </a:solidFill>
          <a:ln cap="flat" cmpd="sng" w="12700">
            <a:solidFill>
              <a:srgbClr val="1A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Dockerization &amp; Deployment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320040" y="1005840"/>
            <a:ext cx="4206240" cy="100584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320040" y="1005840"/>
            <a:ext cx="82296" cy="100584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411480" y="1115568"/>
            <a:ext cx="73152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1207008" y="1097280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MongoDB 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1207008" y="150876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Database · Port 27017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2377440" y="2011680"/>
            <a:ext cx="73152" cy="320040"/>
          </a:xfrm>
          <a:prstGeom prst="rect">
            <a:avLst/>
          </a:prstGeom>
          <a:solidFill>
            <a:srgbClr val="8899AA"/>
          </a:solidFill>
          <a:ln cap="flat" cmpd="sng" w="12700">
            <a:solidFill>
              <a:srgbClr val="889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320040" y="2331720"/>
            <a:ext cx="4206240" cy="100584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320040" y="2331720"/>
            <a:ext cx="82296" cy="1005840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411480" y="2441448"/>
            <a:ext cx="73152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1207008" y="2423160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NestJS 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1207008" y="283464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Backend  · Port 3000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2377440" y="3337560"/>
            <a:ext cx="73152" cy="320040"/>
          </a:xfrm>
          <a:prstGeom prst="rect">
            <a:avLst/>
          </a:prstGeom>
          <a:solidFill>
            <a:srgbClr val="8899AA"/>
          </a:solidFill>
          <a:ln cap="flat" cmpd="sng" w="12700">
            <a:solidFill>
              <a:srgbClr val="889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320040" y="3657600"/>
            <a:ext cx="4206240" cy="100584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320040" y="3657600"/>
            <a:ext cx="82296" cy="100584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411480" y="3767328"/>
            <a:ext cx="73152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🖥️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1207008" y="3749040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Nginx + Angular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207008" y="416052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Frontend · Port 8080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800600" y="960120"/>
            <a:ext cx="4023360" cy="4023360"/>
          </a:xfrm>
          <a:prstGeom prst="roundRect">
            <a:avLst>
              <a:gd fmla="val 3409" name="adj"/>
            </a:avLst>
          </a:prstGeom>
          <a:solidFill>
            <a:srgbClr val="1A2340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4800600" y="1005840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☁️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4800600" y="187452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Microsoft Azure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4800600" y="230428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Norway East Region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5074920" y="2706624"/>
            <a:ext cx="3474720" cy="36576"/>
          </a:xfrm>
          <a:prstGeom prst="rect">
            <a:avLst/>
          </a:prstGeom>
          <a:solidFill>
            <a:srgbClr val="1E2D50"/>
          </a:solidFill>
          <a:ln cap="flat" cmpd="sng" w="12700">
            <a:solidFill>
              <a:srgbClr val="1E2D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4983480" y="283464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🐳  docker compose up -d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4983480" y="3255264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🔁  restart: unless-stopped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4983480" y="367588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🌐  bridge network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4983480" y="409651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📦  named volumes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4983480" y="4663440"/>
            <a:ext cx="3383280" cy="292608"/>
          </a:xfrm>
          <a:prstGeom prst="roundRect">
            <a:avLst>
              <a:gd fmla="val 18750" name="adj"/>
            </a:avLst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4983480" y="466344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testmateen.norwayeast.cloudapp.azure.com:8080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40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Was Built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320040" y="1024128"/>
            <a:ext cx="8503920" cy="530352"/>
          </a:xfrm>
          <a:prstGeom prst="roundRect">
            <a:avLst>
              <a:gd fmla="val 13793" name="adj"/>
            </a:avLst>
          </a:prstGeom>
          <a:solidFill>
            <a:srgbClr val="1E2D50"/>
          </a:solidFill>
          <a:ln cap="flat" cmpd="sng" w="12700">
            <a:solidFill>
              <a:srgbClr val="1E2D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411480" y="1069848"/>
            <a:ext cx="548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🅰️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1051560" y="1069848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Angular </a:t>
            </a:r>
            <a:r>
              <a:rPr lang="en-US" sz="12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SPA — Standalone components, role-aware sidebar, JWT interceptor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320040" y="1682496"/>
            <a:ext cx="8503920" cy="530352"/>
          </a:xfrm>
          <a:prstGeom prst="roundRect">
            <a:avLst>
              <a:gd fmla="val 13793" name="adj"/>
            </a:avLst>
          </a:prstGeom>
          <a:solidFill>
            <a:srgbClr val="1E2D50"/>
          </a:solidFill>
          <a:ln cap="flat" cmpd="sng" w="12700">
            <a:solidFill>
              <a:srgbClr val="1E2D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411480" y="1728216"/>
            <a:ext cx="548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1051560" y="1728216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NestJS 10 REST API — 10 modules, guards, 15 business rules enforced at service layer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320040" y="2340864"/>
            <a:ext cx="8503920" cy="530352"/>
          </a:xfrm>
          <a:prstGeom prst="roundRect">
            <a:avLst>
              <a:gd fmla="val 13793" name="adj"/>
            </a:avLst>
          </a:prstGeom>
          <a:solidFill>
            <a:srgbClr val="1E2D50"/>
          </a:solidFill>
          <a:ln cap="flat" cmpd="sng" w="12700">
            <a:solidFill>
              <a:srgbClr val="1E2D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411480" y="2386584"/>
            <a:ext cx="548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1051560" y="2386584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JWT Auth + RBAC — 4 roles, route-level and UI-level protection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320040" y="2999232"/>
            <a:ext cx="8503920" cy="530352"/>
          </a:xfrm>
          <a:prstGeom prst="roundRect">
            <a:avLst>
              <a:gd fmla="val 13793" name="adj"/>
            </a:avLst>
          </a:prstGeom>
          <a:solidFill>
            <a:srgbClr val="1E2D50"/>
          </a:solidFill>
          <a:ln cap="flat" cmpd="sng" w="12700">
            <a:solidFill>
              <a:srgbClr val="1E2D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411480" y="3044952"/>
            <a:ext cx="548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1051560" y="3044952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Multi-step sequential approval workflow with final budget validation (BR12)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320040" y="3657600"/>
            <a:ext cx="8503920" cy="530352"/>
          </a:xfrm>
          <a:prstGeom prst="roundRect">
            <a:avLst>
              <a:gd fmla="val 13793" name="adj"/>
            </a:avLst>
          </a:prstGeom>
          <a:solidFill>
            <a:srgbClr val="1E2D50"/>
          </a:solidFill>
          <a:ln cap="flat" cmpd="sng" w="12700">
            <a:solidFill>
              <a:srgbClr val="1E2D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411480" y="3703320"/>
            <a:ext cx="548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🐳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1051560" y="3703320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Fully Dockerised — 3 containers, bridge network, Nginx proxy, Azure VM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320040" y="4315968"/>
            <a:ext cx="8503920" cy="530352"/>
          </a:xfrm>
          <a:prstGeom prst="roundRect">
            <a:avLst>
              <a:gd fmla="val 13793" name="adj"/>
            </a:avLst>
          </a:prstGeom>
          <a:solidFill>
            <a:srgbClr val="1E2D50"/>
          </a:solidFill>
          <a:ln cap="flat" cmpd="sng" w="12700">
            <a:solidFill>
              <a:srgbClr val="1E2D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411480" y="4361688"/>
            <a:ext cx="548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🧪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1051560" y="4361688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Jest unit tests — 30+ test cases, mocked models, no live DB required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57200" y="489204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github.com/abdulmateenzwl  ·  abdulmateenzwl.github.io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